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20040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&amp; Compagnie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web de commercialisation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d'instruments de musique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de Monographie — Juin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[Votre Nom]  |  Université de Kinshasa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90472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C49A2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9047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53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Contexte, Problématique, Objectifs, Méthodologie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167128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C49A2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16712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130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6829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Théorique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843784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C49A2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843784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07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449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et Conception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4728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3520440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C49A2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52044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4838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III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2160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4197096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C49A28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19709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3982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Résultats, Difficultés,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République Démocratique du Congo possède une scène musicale riche et rayonnante. Pourtant, l'accès à des instruments de qualité reste limité, faute de solutions numériques adaptées.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554480"/>
            <a:ext cx="3017520" cy="411480"/>
          </a:xfrm>
          <a:prstGeom prst="roundRect">
            <a:avLst>
              <a:gd name="adj" fmla="val 155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42432" y="1645920"/>
            <a:ext cx="228600" cy="22860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Essor du e-commerce mondial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057400"/>
            <a:ext cx="3017520" cy="411480"/>
          </a:xfrm>
          <a:prstGeom prst="roundRect">
            <a:avLst>
              <a:gd name="adj" fmla="val 155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42432" y="2148840"/>
            <a:ext cx="228600" cy="22860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Pénétration croissante du mobile en Afrique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560320"/>
            <a:ext cx="3017520" cy="411480"/>
          </a:xfrm>
          <a:prstGeom prst="roundRect">
            <a:avLst>
              <a:gd name="adj" fmla="val 155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42432" y="2651760"/>
            <a:ext cx="228600" cy="22860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560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local peu structuré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063240"/>
            <a:ext cx="3017520" cy="411480"/>
          </a:xfrm>
          <a:prstGeom prst="roundRect">
            <a:avLst>
              <a:gd name="adj" fmla="val 155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3154680"/>
            <a:ext cx="228600" cy="22860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de plateforme spécialisée en RDC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centrale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une plateforme web intégrée peut-elle centraliser la vente, la location, l'assistance à la maintenance et la génération de devis d'instruments de musique, afin d'offrir aux musiciens congolais un accès transparent, structuré et fiable à l'ensemble de ces services 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627632"/>
            <a:ext cx="274320" cy="27432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44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Faciliter le commerce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structuré, prix transparents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627632"/>
            <a:ext cx="274320" cy="27432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444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universelle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3208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intuitive pour tous niveaux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724912"/>
            <a:ext cx="274320" cy="27432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542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 location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sans achat définitif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4688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724912"/>
            <a:ext cx="274320" cy="27432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9" name="Text 17"/>
          <p:cNvSpPr/>
          <p:nvPr/>
        </p:nvSpPr>
        <p:spPr>
          <a:xfrm>
            <a:off x="5093208" y="2542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maintenance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93208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 pratiques et mise en relation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3822192"/>
            <a:ext cx="274320" cy="27432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3639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 rapides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023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en temps réel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6616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3822192"/>
            <a:ext cx="274320" cy="274320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3639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l'offre locale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93208" y="4023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espace numérique unique en RDC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 — Cadre Théorique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99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commerciales via Internet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399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interactive multi-services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496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de musique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Cordophones, aérophones, membranophones...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42316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496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en ligne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temporaire sans achat définitif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93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 en ligne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tarifaire automatique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35204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593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977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Entretien, réparation et réglage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II — Analyse et Conception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Besoins fonctionnels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72768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du catalogue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1572768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716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d'instruments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68296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6712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d'instruments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6712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2368296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16712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à la maintenance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163824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6265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du panier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96265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3163824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96265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en ligne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75818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959352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581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3959352"/>
            <a:ext cx="256032" cy="256032"/>
          </a:xfrm>
          <a:prstGeom prst="ellipse">
            <a:avLst/>
          </a:prstGeom>
          <a:solidFill>
            <a:srgbClr val="C49A28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7581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du profil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II — Analyse et Conception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la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E44D2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contenu de chaque page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6974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264DE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forme visuelle &amp; responsive design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7947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0DB4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94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3657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Interactions, données JSON simulées, logique métier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III — Réalisation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développées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99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99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801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99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801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98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42316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898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898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593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52044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2E2A0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3593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520440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2E2A0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593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III — Réalisation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Aperçu des interfaces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399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sombre &amp; doré, 3 cartes de valeurs, CTA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399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82312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Offres en cartes, données dynamiques 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2496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catégories : instruments &amp; périphériques audio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42316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82312" y="2496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82312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étapes, formulaire diagnostic, avantages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593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977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Résumé, TVA 16%, calcul automatique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4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82312" y="3593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82312" y="3977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personnalisé, raccourcis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&amp; Perspectives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01952"/>
            <a:ext cx="256032" cy="25603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642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la connexion utilisateur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816352"/>
            <a:ext cx="256032" cy="25603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786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du panier d'achat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93008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730752"/>
            <a:ext cx="256032" cy="25603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récupération des données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futures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166420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01952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664208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: PHP + MySQL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57860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16352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578608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d'instruments élargi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49300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730752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493008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paiement mobile money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oundRect">
            <a:avLst>
              <a:gd name="adj" fmla="val 4688"/>
            </a:avLst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chrisandcompany.cleverapps.io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&amp; Compagnie  |  Monographie de fin d'études  |  Juin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de Monographie — Chris &amp; Compagnie</dc:title>
  <dc:subject>PptxGenJS Presentation</dc:subject>
  <dc:creator>Chris &amp; Compagnie</dc:creator>
  <cp:lastModifiedBy>Chris &amp; Compagnie</cp:lastModifiedBy>
  <cp:revision>1</cp:revision>
  <dcterms:created xsi:type="dcterms:W3CDTF">2026-06-23T11:02:35Z</dcterms:created>
  <dcterms:modified xsi:type="dcterms:W3CDTF">2026-06-23T11:02:35Z</dcterms:modified>
</cp:coreProperties>
</file>